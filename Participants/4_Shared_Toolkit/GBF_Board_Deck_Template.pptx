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answer. You have 60 seconds of Board attention.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B2A4A"/>
                </a:solidFill>
                <a:latin typeface="Lexend"/>
              </a:defRPr>
            </a:pPr>
            <a:r>
              <a:t>GBF Strategy 2026-2028</a:t>
            </a:r>
          </a:p>
          <a:p>
            <a:pPr>
              <a:defRPr sz="2000">
                <a:solidFill>
                  <a:srgbClr val="007A87"/>
                </a:solidFill>
                <a:latin typeface="Nunito"/>
              </a:defRPr>
            </a:pPr>
            <a:r>
              <a:t>[Your one-sentence recommendation goes here]</a:t>
            </a:r>
          </a:p>
          <a:p>
            <a:pPr>
              <a:defRPr sz="1300">
                <a:solidFill>
                  <a:srgbClr val="666666"/>
                </a:solidFill>
                <a:latin typeface="Nunito"/>
              </a:defRPr>
            </a:pPr>
            <a:r>
              <a:t>Momentum Programme  |  Generation Bridge Foundation  |  10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GBF should [action] - because [reason]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[Lead stat + source, e.g. waitlist 2,400; placement 63% formal]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[The single most important 'so what']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[The specific decision you want from the Board]</a:t>
            </a:r>
          </a:p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Demand has outpaced funding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Waitlist ~2,400 (D-01); income grew 3% while need grew far faster (D-12)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There is moral urgency to grow - but scaling a broken model repeats Dong Nai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[Frame the central trade-off]</a:t>
            </a:r>
          </a:p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Young people drop out when transport costs bite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BN-02 and ST-05; survey barrier data; Dong Nai internship drop-out 38% (D-02)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A modest transport stipend may lift completion more than any new hub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[Recommend a transport pilot? Quantify it]</a:t>
            </a:r>
          </a:p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The headline placement rate flatters 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71% broad vs ~63% formal (ST-02); definition footnote in D-01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Honest dual reporting protects the VPBank relationship, not endangers it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[Recommend a reporting standard]</a:t>
            </a:r>
          </a:p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We weighed [X] against [Y] and [Z]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Prioritisation matrix; funding scenarios (DB-5)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[The decisive trade-off between the options]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[Name your recommended option]</a:t>
            </a:r>
          </a:p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A 90-day plan to start well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EP-02 and ST-05 on employer quality; D-11 on staff workload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Early, visible wins build Board and donor confidence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0-30 days: [ ...]   31-60: [ ...]   61-90: [ ...]</a:t>
            </a:r>
          </a:p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B2A4A"/>
                </a:solidFill>
                <a:latin typeface="Lexend"/>
              </a:defRPr>
            </a:pPr>
            <a:r>
              <a:t>The decision we need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1064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Evidence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[Recap the one-line recommendation]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Insight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[Why now]</a:t>
            </a:r>
          </a:p>
          <a:p/>
          <a:p>
            <a:r>
              <a:rPr b="1" sz="1500">
                <a:solidFill>
                  <a:srgbClr val="007A87"/>
                </a:solidFill>
                <a:latin typeface="Lexend"/>
              </a:rPr>
              <a:t>What we recommend / ask</a:t>
            </a:r>
          </a:p>
          <a:p>
            <a:r>
              <a:rPr sz="1500">
                <a:solidFill>
                  <a:srgbClr val="303030"/>
                </a:solidFill>
                <a:latin typeface="Nunito"/>
              </a:rPr>
              <a:t>1) Approve direction  2) Authorise pilot budget  3) Mandate honest M&amp;E</a:t>
            </a:r>
          </a:p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