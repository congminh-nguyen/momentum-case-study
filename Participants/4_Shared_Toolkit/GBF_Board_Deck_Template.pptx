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answer. You have 60 seconds of Board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A4A"/>
                </a:solidFill>
                <a:latin typeface="Lexend"/>
              </a:defRPr>
            </a:pPr>
            <a:r>
              <a:t>GBF Strategy 2026-2028</a:t>
            </a:r>
          </a:p>
          <a:p>
            <a:pPr>
              <a:defRPr sz="2000">
                <a:solidFill>
                  <a:srgbClr val="007A87"/>
                </a:solidFill>
                <a:latin typeface="Nunito"/>
              </a:defRPr>
            </a:pPr>
            <a:r>
              <a:t>[Your one-sentence recommendation goes here]</a:t>
            </a:r>
          </a:p>
          <a:p>
            <a:pPr>
              <a:defRPr sz="1300">
                <a:solidFill>
                  <a:srgbClr val="666666"/>
                </a:solidFill>
                <a:latin typeface="Nunito"/>
              </a:defRPr>
            </a:pPr>
            <a:r>
              <a:t>Momentum Programme  |  Generation Bridge Foundation  |  10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GBF should [action] - because [reason]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[Lead evidence + source - your finding, not the engagement letter]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[The single most important 'so what']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[The specific decision you want from the Board]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What is at stake if the Board postpones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[Waitlist / funding / staff pressure - cite sources]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There is urgency - but urgency is not a blank cheque for any growth path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[Frame the tension without naming a preferred dilemma]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What the evidence forces you to confront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[One hard finding with BN-/ST-/FM- cite]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[Why this finding changes the decision]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[What a weak team would ignore]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Where definitions change the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[Measurement / placement definition finding]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Honest dual reporting protects the funder relationship, not endangers it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[Recommend a reporting standard only if you earned it]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We weighed [X] against [Y] and [Z]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Prioritisation matrix; funding scenarios (DB-5)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[The decisive trade-off between the options]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[Name your recommended option]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A 90-day plan to start well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EP-02 and ST-05 on employer quality; D-11 on staff workload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Early, visible wins build Board and donor confidence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0-30 days: [ ...]   31-60: [ ...]   61-90: [ ...]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A4A"/>
                </a:solidFill>
                <a:latin typeface="Lexend"/>
              </a:defRPr>
            </a:pPr>
            <a:r>
              <a:t>The decision we need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Evidence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[Recap the one-line recommendation]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Insight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[Why now]</a:t>
            </a:r>
          </a:p>
          <a:p/>
          <a:p>
            <a:r>
              <a:rPr b="1" sz="1500">
                <a:solidFill>
                  <a:srgbClr val="007A87"/>
                </a:solidFill>
                <a:latin typeface="Lexend"/>
              </a:rPr>
              <a:t>What we recommend / ask</a:t>
            </a:r>
          </a:p>
          <a:p>
            <a:r>
              <a:rPr sz="1500">
                <a:solidFill>
                  <a:srgbClr val="303030"/>
                </a:solidFill>
                <a:latin typeface="Nunito"/>
              </a:rPr>
              <a:t>1) Approve direction  2) Authorise pilot budget  3) Mandate honest M&amp;E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